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饮食是健康的基础。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生命在于运动。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身心健康同样重要。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健康生活方式指南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AutoPPT 自动生成示例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营养与平衡膳食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  <a:p>
            <a:pPr/>
            <a:r>
              <a:t>增加蔬菜、水果和全谷物的摄入</a:t>
            </a:r>
          </a:p>
          <a:p>
            <a:pPr/>
            <a:r>
              <a:t>控制糖分、盐分和加工食品的摄入</a:t>
            </a:r>
          </a:p>
          <a:p>
            <a:pPr/>
            <a:r>
              <a:t>保持充足的水分摄入，建议每日 8 杯水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运动与身体活动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  <a:p>
            <a:pPr/>
            <a:r>
              <a:t>每周至少 150 分钟的中等强度有氧运动</a:t>
            </a:r>
          </a:p>
          <a:p>
            <a:pPr/>
            <a:r>
              <a:t>结合力量训练以增强肌肉和骨骼健康</a:t>
            </a:r>
          </a:p>
          <a:p>
            <a:pPr/>
            <a:r>
              <a:t>避免长时间久坐，每小时站立活动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心理健康与压力管理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  <a:p>
            <a:pPr/>
            <a:r>
              <a:t>保证每晚 7-9 小时的优质睡眠</a:t>
            </a:r>
          </a:p>
          <a:p>
            <a:pPr/>
            <a:r>
              <a:t>练习冥想或深呼吸以缓解焦虑</a:t>
            </a:r>
          </a:p>
          <a:p>
            <a:pPr/>
            <a:r>
              <a:t>培养兴趣爱好，保持积极的社交联系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