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旨在揭示胰岛素在人体内调取和储存能量的底层逻辑，以及不当饮食对代谢系统的长期损伤。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探讨如何从微观层面优化身体引擎，强调生活细节对生物学年龄的逆转作用。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代谢革命：基于现代营养学的长寿科学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现代营养学与代谢健康科学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细胞能量代谢与胰岛素平衡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胰岛素敏感性：健康的万能钥匙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胰岛素抵抗 (Insulin Resistance)：不仅是糖尿病前兆，更是 2 型糖尿病、多囊卵巢综合征 (PCOS) 的核心驱动因素。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血糖波动的负面影响：餐后高血糖导致的糖基化终产物 (AGEs) 会加速血管内膜老化。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低 GI 饮食策略：通过全谷物 and 高纤维摄入，维持血清能量供应的平滑曲线。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动态血糖监测 (CGM)：现代医疗技术从盲目补给向实时精准控糖的转变。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线粒体功能与抗炎生活方式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线粒体：细胞的能量工厂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线粒体自噬 (Mitophagy)：通过断食或高强度间歇训练 (HIIT) 触发坏死线粒体的自我清理。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氧化压力与抗氧化平衡：SOD 等内源性酶在抵御超氧阴离子自由基中的核心作用。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睡眠与线粒体修复：深度睡眠期是大脑清除代谢废物（β-淀粉样蛋白）的唯一窗口期。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Omega-3s 的抗炎机制：通过调节细胞膜流动性来降低慢性系统性炎症水平。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https://zh.wikipedia.org/wiki/代谢健康</a:t>
            </a:r>
          </a:p>
          <a:p>
            <a:pPr>
              <a:defRPr sz="1200"/>
            </a:pPr>
            <a:r>
              <a:t>https://zh.wikipedia.org/wiki/胰岛素抵抗</a:t>
            </a:r>
          </a:p>
          <a:p>
            <a:pPr>
              <a:defRPr sz="1200"/>
            </a:pPr>
            <a:r>
              <a:t>https://www.who.int/zh/news-room/fact-sheets/detail/healthy-diet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