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solidFill>
                  <a:srgbClr val="325032"/>
                </a:solidFill>
                <a:latin typeface="Georgia"/>
              </a:rPr>
              <a:t>Topic: 健康生活方式指南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Fundamentals of Current 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Advanced Applications: Current 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The Future of Current 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F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228B22"/>
                </a:solidFill>
                <a:latin typeface="Georgia"/>
              </a:rPr>
              <a:t>Overview of Current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rPr>
                <a:solidFill>
                  <a:srgbClr val="325032"/>
                </a:solidFill>
                <a:latin typeface="Georgia"/>
              </a:rPr>
              <a:t>Key innovation and strategic importance of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Global impact and future trends in Current Topic</a:t>
            </a:r>
          </a:p>
          <a:p>
            <a:pPr/>
            <a:r>
              <a:rPr>
                <a:solidFill>
                  <a:srgbClr val="325032"/>
                </a:solidFill>
                <a:latin typeface="Georgia"/>
              </a:rPr>
              <a:t>Practical applications and case studies of Current Topic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200"/>
            </a:pPr>
            <a:r>
              <a:t>Key innovation and strategic importance of Current Topic</a:t>
            </a:r>
          </a:p>
          <a:p>
            <a:pPr>
              <a:defRPr sz="1200"/>
            </a:pPr>
            <a:r>
              <a:t>Global impact and future trends in Current Topic</a:t>
            </a:r>
          </a:p>
          <a:p>
            <a:pPr>
              <a:defRPr sz="1200"/>
            </a:pPr>
            <a:r>
              <a:t>Practical applications and case studies of Current Topic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