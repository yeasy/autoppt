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Introduction to the core concept of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Discussing how AI is currently shaping the world.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look at the broader implications of AI adoption.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The Future of AI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by AutoPPT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Defining Artificial Intelligence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AI is the simulation of human intelligence by machines</a:t>
            </a:r>
          </a:p>
          <a:p>
            <a:pPr/>
            <a:r>
              <a:t>Involves learning, reasoning, and problem-solving</a:t>
            </a:r>
          </a:p>
          <a:p>
            <a:pPr/>
            <a:r>
              <a:t>Transitioning from Narrow AI to General AI (AGI)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Current Trends in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Explosion of Generative AI and Large Language Models</a:t>
            </a:r>
          </a:p>
          <a:p>
            <a:pPr/>
            <a:r>
              <a:t>AI integration in healthcare, finance, and engineering</a:t>
            </a:r>
          </a:p>
          <a:p>
            <a:pPr/>
            <a:r>
              <a:t>Real-time translation and advanced multimodal capabilities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Societal Impact &amp; Ethics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Concerns over job displacement and workforce evolution</a:t>
            </a:r>
          </a:p>
          <a:p>
            <a:pPr/>
            <a:r>
              <a:t>Ethical considerations in AI decision-making (Bias/Transparency)</a:t>
            </a:r>
          </a:p>
          <a:p>
            <a:pPr/>
            <a:r>
              <a:t>The importance of AI alignment and safety protocols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