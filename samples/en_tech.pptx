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本页回顾了 AI 发展的关键节点，重点强调深度学习和大模型的到来。引用自《AI: A Modern Approach》。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深入讲解 Transformer 和扩散模型。强调硬件算力和数据质量的重要性。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Explaining why current AI is so different from 10 years ago. Focus on Transformers and Scaling Laws.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人工智能：重塑未来的力量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人工智能的发展与未来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核心技术与里程碑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从图灵测试到深度学习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1950年图灵提出图灵测试，奠定了机器智能的哲学基础。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2012年 AlexNet 在 ImageNet 竞赛中夺冠，开启深度学习革命。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大模型时代：从 GPT-3 到 Gemini，参数规模实现跨越式增长。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多模态融合成为主流，AI 开始具备听、说、读、写综合能力。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生成式 AI 的技术底座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Transformer 架构：注意力机制（Attention）彻底改变了序列建模。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扩散模型（Diffusion Models）：在图像生成领域占据核心地位。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算力支持：NVIDIA H100 等高性能 GPU 成为 AI 训练的关键基础设施。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数据治理：高质量标注数据是构建顶级模型的护城河。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https://openai.com/research/</a:t>
            </a:r>
          </a:p>
          <a:p>
            <a:pPr>
              <a:defRPr sz="1200"/>
            </a:pPr>
            <a:r>
              <a:t>https://ai.google.dev/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Artificial Intelligence: The Next Frontier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The Future of Artificial Intelligence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Evolution of AI Systems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Foundations of Generative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Transition from symbolic AI to neural architectures based on data.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Transformers: The radical mechanism of Self-Attention.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Scaling Laws: How more data and compute improve intelligence.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Emergent Properties: Unplanned reasoning abilities in Large Models.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https://openai.com/research/</a:t>
            </a:r>
          </a:p>
          <a:p>
            <a:pPr>
              <a:defRPr sz="1200"/>
            </a:pPr>
            <a:r>
              <a:t>https://ai.google.dev/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