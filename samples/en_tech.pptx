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Explaining the physics that enables exponential speedup in specific algorithmic domains like cryptography.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Discussing the convergence of AI architecture and quantum hardware for the 2030 decade.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The Quantum Leap: Synergy of Qubits and Neural Networks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Quantum Computing and Generative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Quantum Mechanics as a Computing Paradigm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Superposition and Entanglement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Beyond Binary: Qubits leverage quantum superposition to represent |0⟩ and |1⟩ simultaneously.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Entanglement Dynamics: Correlating qubits to perform massively parallel state-space explorations.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Quantum Supremacy: Google's Sycamore processor solving tasks in 200 seconds that supercomputers take 10,000 years.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Error Mitigation: The challenge of decoherence and the quest for fault-tolerant logical qubits.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AI's Next Hardware Frontier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Quantum Neural Networks (QNN)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Quantum-Classical Hybrids: Using variational circuits to optimize deep learning weights.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Infinite Context Windows: Processing complex drug-discovery data using quantum-enhanced transformers.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Sustainability: Theoretically reducing the massive carbon footprint of LLM training via specialized circuits.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The RSA Threat: Quantum algorithms (Shor’s) and the inevitable transition to Post-Quantum Cryptography (PQC).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https://en.wikipedia.org/wiki/History_of_artificial_intelligence</a:t>
            </a:r>
          </a:p>
          <a:p>
            <a:pPr>
              <a:defRPr sz="1200"/>
            </a:pPr>
            <a:r>
              <a:t>https://en.wikipedia.org/wiki/Quantum_computing</a:t>
            </a:r>
          </a:p>
          <a:p>
            <a:pPr>
              <a:defRPr sz="1200"/>
            </a:pPr>
            <a:r>
              <a:t>https://nature.com/articles/s41586-019-1666-5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