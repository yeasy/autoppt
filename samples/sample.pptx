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would go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 PPT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This is a sample presentation.</a:t>
            </a:r>
          </a:p>
          <a:p>
            <a:pPr/>
            <a:r>
              <a:t>It was generated without using an LLM.</a:t>
            </a:r>
          </a:p>
          <a:p>
            <a:pPr/>
            <a:r>
              <a:t>It demonstrates the layout and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Automated content generation</a:t>
            </a:r>
          </a:p>
          <a:p>
            <a:pPr/>
            <a:r>
              <a:t>Support for OpenAI, Anthropic, and Google</a:t>
            </a:r>
          </a:p>
          <a:p>
            <a:pPr/>
            <a:r>
              <a:t>Clean minimalist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https://example.com/source1</a:t>
            </a:r>
          </a:p>
          <a:p>
            <a:pPr>
              <a:defRPr sz="1200"/>
            </a:pPr>
            <a:r>
              <a:t>https://example.com/source2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