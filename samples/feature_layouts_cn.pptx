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Coverage Score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内容页</c:v>
                </c:pt>
                <c:pt idx="1">
                  <c:v>对比</c:v>
                </c:pt>
                <c:pt idx="2">
                  <c:v>双栏</c:v>
                </c:pt>
                <c:pt idx="3">
                  <c:v>引用</c:v>
                </c:pt>
                <c:pt idx="4">
                  <c:v>统计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95.0</c:v>
                </c:pt>
                <c:pt idx="1">
                  <c:v>91.0</c:v>
                </c:pt>
                <c:pt idx="2">
                  <c:v>89.0</c:v>
                </c:pt>
                <c:pt idx="3">
                  <c:v>84.0</c:v>
                </c:pt>
                <c:pt idx="4">
                  <c:v>92.0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F37E2E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382618"/>
                </a:solidFill>
                <a:latin typeface="Aptos Display"/>
              </a:defRPr>
            </a:pPr>
            <a:r>
              <a:t>版式画廊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7E6A58"/>
                </a:solidFill>
                <a:latin typeface="Aptos"/>
              </a:defRPr>
            </a:pPr>
            <a:r>
              <a:t>用于验证 richer layouts 的确定性样例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F37E2E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382618"/>
                </a:solidFill>
                <a:latin typeface="Aptos Display"/>
              </a:defRPr>
            </a:pPr>
            <a:r>
              <a:t>核心版式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160520"/>
            <a:ext cx="2194560" cy="219456"/>
          </a:xfrm>
          <a:prstGeom prst="roundRect">
            <a:avLst/>
          </a:prstGeom>
          <a:solidFill>
            <a:srgbClr val="F3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382618"/>
                </a:solidFill>
                <a:latin typeface="Aptos Display"/>
              </a:defRPr>
            </a:pPr>
            <a:r>
              <a:t>内容页版式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当表达依赖连续论点和证据时，内容页依然是最稳妥的默认选择。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即便存在更丰富的视觉版式，也不应牺牲可读性与结构清晰度。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内容页应优先承载需要讲述逻辑链的主题。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382618"/>
                </a:solidFill>
                <a:latin typeface="Aptos Display"/>
              </a:defRPr>
            </a:pPr>
            <a:r>
              <a:t>对比版式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F37E2E"/>
                </a:solidFill>
                <a:latin typeface="Aptos"/>
              </a:defRPr>
            </a:pPr>
            <a:r>
              <a:t>当前状态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F37E2E"/>
                </a:solidFill>
                <a:latin typeface="Aptos"/>
              </a:defRPr>
            </a:pPr>
            <a:r>
              <a:t>目标状态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流程依赖人工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工具碎片化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反馈周期慢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统一工作流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共享工具层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质量回路更快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382618"/>
                </a:solidFill>
                <a:latin typeface="Aptos Display"/>
              </a:defRPr>
            </a:pPr>
            <a:r>
              <a:t>双栏版式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F37E2E"/>
                </a:solidFill>
                <a:latin typeface="Aptos"/>
              </a:defRPr>
            </a:pPr>
            <a:r>
              <a:t>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F37E2E"/>
                </a:solidFill>
                <a:latin typeface="Aptos"/>
              </a:defRPr>
            </a:pPr>
            <a:r>
              <a:t>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模型与工具接入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知识检索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评估体系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监控与复盘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成本控制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C443A"/>
                </a:solidFill>
                <a:latin typeface="Aptos"/>
              </a:defRPr>
            </a:pPr>
            <a:r>
              <a:t>策略治理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F37E2E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382618"/>
                </a:solidFill>
                <a:latin typeface="Aptos Display"/>
              </a:defRPr>
            </a:pPr>
            <a:r>
              <a:t>结构清晰，模型才更可能真正有用。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7E6A58"/>
                </a:solidFill>
                <a:latin typeface="Aptos"/>
              </a:defRPr>
            </a:pPr>
            <a:r>
              <a:t>— AutoPPT Sample Desk, 版式画廊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382618"/>
                </a:solidFill>
                <a:latin typeface="Aptos Display"/>
              </a:defRPr>
            </a:pPr>
            <a:r>
              <a:t>统计版式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011680"/>
            <a:ext cx="2462783" cy="192024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F37E2E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4C443A"/>
                </a:solidFill>
                <a:latin typeface="Aptos"/>
              </a:defRPr>
            </a:pPr>
            <a:r>
              <a:t>主要内容版式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0607" y="2011680"/>
            <a:ext cx="2462783" cy="192024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375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F37E2E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75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4C443A"/>
                </a:solidFill>
                <a:latin typeface="Aptos"/>
              </a:defRPr>
            </a:pPr>
            <a:r>
              <a:t>导出前 Deck QA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22847" y="2011680"/>
            <a:ext cx="2462783" cy="192024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99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F37E2E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99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4C443A"/>
                </a:solidFill>
                <a:latin typeface="Aptos"/>
              </a:defRPr>
            </a:pPr>
            <a:r>
              <a:t>刷新样例所需 API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382618"/>
                </a:solidFill>
                <a:latin typeface="Aptos Display"/>
              </a:defRPr>
            </a:pPr>
            <a:r>
              <a:t>图表版式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" y="1344168"/>
            <a:ext cx="7735824" cy="4535424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49808" y="1417320"/>
          <a:ext cx="7589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382618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FFF4EA"/>
          </a:solidFill>
          <a:ln w="15875">
            <a:solidFill>
              <a:srgbClr val="F6C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4C443A"/>
                </a:solidFill>
                <a:latin typeface="Aptos"/>
              </a:defRPr>
            </a:pPr>
            <a:r>
              <a:t>https://github.com/yeasy/autoppt</a:t>
            </a:r>
          </a:p>
          <a:p>
            <a:pPr>
              <a:spcAft>
                <a:spcPts val="44"/>
              </a:spcAft>
              <a:defRPr sz="1100" b="0" i="0">
                <a:solidFill>
                  <a:srgbClr val="4C443A"/>
                </a:solidFill>
                <a:latin typeface="Aptos"/>
              </a:defRPr>
            </a:pPr>
            <a:r>
              <a:t>https://platform.openai.com/docs/overview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