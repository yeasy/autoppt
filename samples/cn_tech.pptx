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本节介绍 AI 的前身及其早期的哲学与数学基础，重点强调对人类智能的逻辑模拟尝试。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介绍神经网络从被冷落到重新获得学术界关注的过程，为后来的深度学习爆发做铺垫。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分析深度学习在视觉和 NLP 领域的双重突破，揭示 Transformer 架构为何成为当今万物互联的技术底座。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人工智能：从图灵测试到通用人工智能 (AGI)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AI的发展历史与未来趋势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计算智能的起源与逻辑奠基 (1950-1980)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图灵测试与符号 AI 的诞生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1950年：阿兰·图灵发表《计算机器与智能》，提出著名的“图灵测试” (Turing Test)。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1956年：达特茅斯会议 (Dartmouth Workshop) 正式确立“人工智能”学科，麦卡锡、明斯基等人为学科领袖。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逻辑主义时代：基于规则的专家系统（如 MYCIN）在特定医疗诊断领域取得初步成功。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瓶颈出现：早期 AI 难以处理模糊信息，导致70年代中期进入第一个“AI 冬天”。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联结主义与神经网络的复兴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1986年：Rumelhart 提出反向传播算法 (Backpropagation)，解决了多层感知器的训练难题。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统计学习方法崛起：SVM 与随机森林在90年代成为机器学习的主流工具。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GPU 计算能力的增强：为复杂的矩阵运算提供了硬件基础，神经网络的研究重心逐渐转向深度化。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循环神经网络 (RNN) 与 LSTM：在高盛等金融机构及自然语言处理中开始显露头角。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深度学习革命与大模型时代 (2012-Present)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 ImageNet 到 Transformer 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2012年：AlexNet 以领先第二名10.8%的优势夺得 ImageNet 冠军，开启深度卷积神经网络时代。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2017年：Google 发表《Attention is All You Need》，提出 Transformer 架构，颠覆序列建模模式。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预训练大模型 (LLMs)：GPT-3 的 1750亿参数规模展示了模型容量与涌现能力 (Emergent Abilities) 的正相关性。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推理与对齐：利用 RLHF (基于人类反馈的强化学习) 解决了模型在道德与逻辑层面的幻觉问题。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  <a:p>
            <a:pPr>
              <a:defRPr sz="1200"/>
            </a:pPr>
            <a:r>
              <a:t>https://en.wikipedia.org/wiki/Main_Page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