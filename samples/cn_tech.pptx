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本页回顾了 AI 发展的关键节点，重点强调深度学习和大模型的到来。引用自《AI: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深入讲解 Transformer 和扩散模型。强调硬件算力和数据质量的重要性。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Gemini，参数规模实现跨越式增长。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多模态融合成为主流，AI 开始具备听、说、读、写综合能力。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架构：注意力机制（Attention）彻底改变了序列建模。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算力支持：NVIDIA H100 等高性能 GPU 成为 AI 训练的关键基础设施。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数据治理：高质量标注数据是构建顶级模型的护城河。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https://openai.com/research/</a:t>
            </a:r>
          </a:p>
          <a:p>
            <a:pPr>
              <a:defRPr sz="1200"/>
            </a:pPr>
            <a:r>
              <a:t>https://ai.google.dev/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