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回顾 AI 发展的关键节点。强调深度学习和大模型的到来。引用自《AI: A Modern Approach》。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深入探讨 Transformer 和扩散模型。强调算力与数据的重要性。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 AI 在金融、医疗、制造等领域的实际应用效果。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人工智能：重塑未来的力量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人工智能的发展与未来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核心技术与里程碑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从图灵测试到深度学习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1950年图灵提出图灵测试，奠定了机器智能的哲学基础。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2012年 AlexNet 在 ImageNet 竞赛中夺冠，开启深度学习革命。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大模型时代：从 GPT-3 到 Gemini，参数规模实现指数级增长。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多模态融合成为主流，架构趋向于统一的注意力机制模型。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生成式 AI 的技术底座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Transformer 架构：自注意力机制（Self-Attention）彻底改变了序列建模。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扩散模型（Diffusion Models）：在图像生成与物理模拟领域占据核心地位。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算力与数据：高性能 GPU 集群与高质量标注数据构筑的核心护城河。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RLHF：通过人类反馈的强化学习极大提升了模型的一致性与安全性。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产业影响与未来展望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赋能行业转型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金融领域：利用大模型进行实时风险评估与个性化理财顾问。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医疗健康：AI 辅助药物发现与蛋白质结构预测（AlphaFold）。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智能制造：端到端自动驾驶与具身智能（Embodied AI）机器人。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文化创意：跨模态创作极大地降低了艺术与编程的入门门槛。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