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介绍 AI 的基本定义和起源。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讨论目前 AI 的主流技术趋势。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展望未来可能面临的风险和挑战。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人工智能的发展与未来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AutoPPT 自动生成示例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什么是人工智能？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人工智能 (AI) 是模拟人类智能过程的计算机系统</a:t>
            </a:r>
          </a:p>
          <a:p>
            <a:pPr/>
            <a:r>
              <a:t>核心包括学习、推理和自我纠正</a:t>
            </a:r>
          </a:p>
          <a:p>
            <a:pPr/>
            <a:r>
              <a:t>从 1956 年达特茅斯会议开始正式成为研究领域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当前的关键进展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深度学习与神经网络的突破性进展</a:t>
            </a:r>
          </a:p>
          <a:p>
            <a:pPr/>
            <a:r>
              <a:t>大语言模型 (LLM) 如 GPT-4, Gemini 的普及</a:t>
            </a:r>
          </a:p>
          <a:p>
            <a:pPr/>
            <a:r>
              <a:t>生成式 AI 在艺术、代码和医疗领域的应用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未来挑战与伦理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数据隐私与算法偏见问题</a:t>
            </a:r>
          </a:p>
          <a:p>
            <a:pPr/>
            <a:r>
              <a:t>AI 替代人类就业的社会影响</a:t>
            </a:r>
          </a:p>
          <a:p>
            <a:pPr/>
            <a:r>
              <a:t>通用人工智能 (AGI) 的实现路径与安全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