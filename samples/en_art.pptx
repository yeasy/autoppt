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Contrasting the calm intellectualism of the High Renaissance with the raw, theatrical power of the Baroque 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Canvas of Power: From Perfection to Dramatic Emotion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Renaissance and Baroque Masterpieces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Baroque: The Theater of Light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Tenebrism and Caravaggio's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Tenebrism: A heightened form of Chiaroscuro focusing on intense shadows and isolated bright spots.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The Calling of St. Matthew: Diagonal lighting used as a narrative tool to guide the eye.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Baroque Emotionalism: Moving away from Renaissance balance towards dynamic asymmetrical compositions.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The Catholic Counter-Reformation: Art as a medium to inspire awe and spiritual devotion.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https://en.wikipedia.org/wiki/Baroque</a:t>
            </a:r>
          </a:p>
          <a:p>
            <a:pPr>
              <a:defRPr sz="1200"/>
            </a:pPr>
            <a:r>
              <a:t>https://en.wikipedia.org/wiki/Tenebrism</a:t>
            </a:r>
          </a:p>
          <a:p>
            <a:pPr>
              <a:defRPr sz="1200"/>
            </a:pPr>
            <a:r>
              <a:t>https://www.nationalgallery.org.uk/paintings/learn-about-art/glossary/tenebrism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