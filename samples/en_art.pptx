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Contextualizing the movement.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'Big Three' artists who defined the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Explaining why the art looked so different.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Appreciating Renaissance Art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Generated by AutoPPT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Birth of the Renaissance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Began in 14th century Italy (centered in Florence)</a:t>
            </a:r>
          </a:p>
          <a:p>
            <a:pPr/>
            <a:r>
              <a:t>A cultural rebirth following the Middle Ages</a:t>
            </a:r>
          </a:p>
          <a:p>
            <a:pPr/>
            <a:r>
              <a:t>Shift towards Humanism and individual celebration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Masterpieces of the Era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Leonardo da Vinci: Innovation and detailed anatomy</a:t>
            </a:r>
          </a:p>
          <a:p>
            <a:pPr/>
            <a:r>
              <a:t>Michelangelo: Grandeur and sculptural perfection</a:t>
            </a:r>
          </a:p>
          <a:p>
            <a:pPr/>
            <a:r>
              <a:t>Raphael: Harmony, color, and classical ideal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Techniques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/>
          <a:p>
            <a:pPr/>
            <a:r>
              <a:t>Linear perspective: Creating depth on flat surfaces</a:t>
            </a:r>
          </a:p>
          <a:p>
            <a:pPr/>
            <a:r>
              <a:t>Sfumato: Using soft transitions between colors</a:t>
            </a:r>
          </a:p>
          <a:p>
            <a:pPr/>
            <a:r>
              <a:t>Anatomical accuracy: Based on scientific observation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