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Breaking down the cellular mechanisms that respond to nutrient deprivation and increase metabolic health.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The Longevity Code: Optimizing Human Lifespan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325032"/>
                </a:solidFill>
                <a:latin typeface="Georgia"/>
              </a:rPr>
              <a:t>Topic: Science of Longevity: Nutrition and Sleep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Autophagy and The Biology of Fasting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Yoshinori Ohsumi’s Nobel Discovery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25032"/>
                </a:solidFill>
                <a:latin typeface="Georgia"/>
              </a:rPr>
              <a:t>Cellular Self-Cleaning: How cells degrade and recycle damaged components via lysosomes.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mTOR Pathways: Inhibiting growth signals to promote longevity and cellular repair.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Time-Restricted Feeding (TRF): Syncing intake windows with biological circadian rhythms.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Senescent 'Zombie' Cells: The role of senolytics in removing inflammation-inducing cells.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https://en.wikipedia.org/wiki/Autophagy</a:t>
            </a:r>
          </a:p>
          <a:p>
            <a:pPr>
              <a:defRPr sz="1200"/>
            </a:pPr>
            <a:r>
              <a:t>https://www.nobelprize.org/prizes/medicine/2016/press-release/</a:t>
            </a:r>
          </a:p>
          <a:p>
            <a:pPr>
              <a:defRPr sz="1200"/>
            </a:pPr>
            <a:r>
              <a:t>https://www.health.harvard.edu/staying-healthy/the-importance-of-sleep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