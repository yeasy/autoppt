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25032"/>
                </a:solidFill>
                <a:latin typeface="Georgia"/>
              </a:rPr>
              <a:t>Topic: Guide to Healthy Living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Fundamentals of Current 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Advanced Applications: Current 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The Future of Current 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Practical applications and case studies of Current Topic</a:t>
            </a:r>
          </a:p>
          <a:p>
            <a:pPr>
              <a:defRPr sz="1200"/>
            </a:pPr>
            <a:r>
              <a:t>Key innovation and strategic importance of Current Topic</a:t>
            </a:r>
          </a:p>
          <a:p>
            <a:pPr>
              <a:defRPr sz="1200"/>
            </a:pPr>
            <a:r>
              <a:t>Global impact and future trends in Current Topic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