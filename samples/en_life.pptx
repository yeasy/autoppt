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Foundation of a healthy body starts with what you 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moving for a longer, better life.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Mental wellbeing is as critical as physical health.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Guide to Healthy Living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by AutoPPT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Principles of Nutrition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Focus on whole, unprocessed foods and balanced macros</a:t>
            </a:r>
          </a:p>
          <a:p>
            <a:pPr/>
            <a:r>
              <a:t>Importance of micronutrients: Vitamins and Minerals</a:t>
            </a:r>
          </a:p>
          <a:p>
            <a:pPr/>
            <a:r>
              <a:t>Hydration as a cornerstone of metabolic health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and Longevity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The role of cardiovascular health in extending life span</a:t>
            </a:r>
          </a:p>
          <a:p>
            <a:pPr/>
            <a:r>
              <a:t>Resistance training to combat muscle loss</a:t>
            </a:r>
          </a:p>
          <a:p>
            <a:pPr/>
            <a:r>
              <a:t>Consistency is more important than intensity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Mental and Emotional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Sleep hygiene: The 7-9 hour rule for recovery</a:t>
            </a:r>
          </a:p>
          <a:p>
            <a:pPr/>
            <a:r>
              <a:t>Stress reduction through mindfulness and nature</a:t>
            </a:r>
          </a:p>
          <a:p>
            <a:pPr/>
            <a:r>
              <a:t>Maintaining strong community and social bonds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