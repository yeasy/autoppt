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C283C"/>
                </a:solidFill>
                <a:latin typeface="Verdana"/>
              </a:rPr>
              <a:t>Topic: 文艺复兴艺术赏析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Fundamentals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Advanced Applications: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The Future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83296"/>
                </a:solidFill>
                <a:latin typeface="Verdan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C283C"/>
                </a:solidFill>
                <a:latin typeface="Verdan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C283C"/>
                </a:solidFill>
                <a:latin typeface="Verdan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Global impact and future trends in Current Topic</a:t>
            </a:r>
          </a:p>
          <a:p>
            <a:pPr>
              <a:defRPr sz="1200"/>
            </a:pPr>
            <a:r>
              <a:t>Practical applications and case studies of Current Topic</a:t>
            </a:r>
          </a:p>
          <a:p>
            <a:pPr>
              <a:defRPr sz="1200"/>
            </a:pPr>
            <a:r>
              <a:t>Key innovation and strategic importance of Current Topic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