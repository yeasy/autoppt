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背景介绍。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详细介绍核心艺术家。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分析技术层面的突破。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文艺复兴艺术赏析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AutoPPT 自动生成示例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文艺复兴起源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14-16 世纪起源于意大利佛罗伦萨</a:t>
            </a:r>
          </a:p>
          <a:p>
            <a:pPr/>
            <a:r>
              <a:t>以人文主义为核心，强调对人的价值的肯定</a:t>
            </a:r>
          </a:p>
          <a:p>
            <a:pPr/>
            <a:r>
              <a:t>重新发现和学习古希腊与罗马的古典文化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文艺复兴三杰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达芬奇：代表作《蒙娜丽莎》、《最后的晚餐》</a:t>
            </a:r>
          </a:p>
          <a:p>
            <a:pPr/>
            <a:r>
              <a:t>米开朗基罗：代表作《大卫像》、西斯廷教堂壁画</a:t>
            </a:r>
          </a:p>
          <a:p>
            <a:pPr/>
            <a:r>
              <a:t>拉斐尔：以优雅的圣母像和《雅典学院》闻名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艺术特征与技术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透视法的应用创造了真实的空间感</a:t>
            </a:r>
          </a:p>
          <a:p>
            <a:pPr/>
            <a:r>
              <a:t>对人体解剖学的深入研究提高了表现力</a:t>
            </a:r>
          </a:p>
          <a:p>
            <a:pPr/>
            <a:r>
              <a:t>明暗对照法 (Chiaroscuro) 增强了立体感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