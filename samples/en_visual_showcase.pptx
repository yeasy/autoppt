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58D6C6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EAF6FF"/>
                </a:solidFill>
                <a:latin typeface="Aptos Display"/>
              </a:defRPr>
            </a:pPr>
            <a:r>
              <a:t>Visual Showcase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9AA6B8"/>
                </a:solidFill>
                <a:latin typeface="Aptos"/>
              </a:defRPr>
            </a:pPr>
            <a:r>
              <a:t>A deterministic, image-forward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3qa4x9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04"/>
              </a:spcAft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Hero visual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Programmatically generated high-fidelity hero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58D6C6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EAF6FF"/>
                </a:solidFill>
                <a:latin typeface="Aptos Display"/>
              </a:defRPr>
            </a:pPr>
            <a:r>
              <a:t>Atmosphere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58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u7gt9m6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04"/>
              </a:spcAft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Poster-style visual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A nearly empty visual page can carry tone better than a crowded explainer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AF6FF"/>
                </a:solidFill>
                <a:latin typeface="Aptos Display"/>
              </a:defRPr>
            </a:pPr>
            <a:r>
              <a:t>Why image-heavy decks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They set mood instantly.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They slow the reading load.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They make structure feel intentional.</a:t>
            </a:r>
          </a:p>
        </p:txBody>
      </p:sp>
      <p:pic>
        <p:nvPicPr>
          <p:cNvPr id="6" name="Picture 5" descr="tmpi_lpz3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osfznr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04"/>
              </a:spcAft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Panoramic atmosphere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Best used for transitions, chapter openers, and storytelling beats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58D6C6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EAF6FF"/>
                </a:solidFill>
                <a:latin typeface="Aptos Display"/>
              </a:defRPr>
            </a:pPr>
            <a:r>
              <a:t>A strong image slide should lower cognitive load while raising emotional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9AA6B8"/>
                </a:solidFill>
                <a:latin typeface="Aptos"/>
              </a:defRPr>
            </a:pPr>
            <a:r>
              <a:t>— AutoPPT Sample Desk, Visual Showcase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AF6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D4DBE4"/>
                </a:solidFill>
                <a:latin typeface="Aptos"/>
              </a:defRPr>
            </a:pPr>
            <a:r>
              <a:t>https://github.com/yeasy/autoppt</a:t>
            </a:r>
          </a:p>
          <a:p>
            <a:pPr>
              <a:spcAft>
                <a:spcPts val="44"/>
              </a:spcAft>
              <a:defRPr sz="1100" b="0" i="0">
                <a:solidFill>
                  <a:srgbClr val="D4DBE4"/>
                </a:solidFill>
                <a:latin typeface="Aptos"/>
              </a:defRPr>
            </a:pPr>
            <a:r>
              <a:t>https://docs.streamlit.io/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