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C283C"/>
                </a:solidFill>
                <a:latin typeface="Verdana"/>
              </a:rPr>
              <a:t>Topic: Evolution of Modern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Section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Section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Section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3296"/>
                </a:solidFill>
                <a:latin typeface="Verdana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0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1</a:t>
            </a:r>
          </a:p>
          <a:p>
            <a:pPr/>
            <a:r>
              <a:rPr>
                <a:solidFill>
                  <a:srgbClr val="3C283C"/>
                </a:solidFill>
                <a:latin typeface="Verdana"/>
              </a:rPr>
              <a:t>Mock Item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Mock Item 1</a:t>
            </a:r>
          </a:p>
          <a:p>
            <a:pPr>
              <a:defRPr sz="1200"/>
            </a:pPr>
            <a:r>
              <a:t>Mock Item 0</a:t>
            </a:r>
          </a:p>
          <a:p>
            <a:pPr>
              <a:defRPr sz="1200"/>
            </a:pPr>
            <a:r>
              <a:t>Mock Item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