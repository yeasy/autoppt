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for: Artificial Intelligence in Modern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Item 0</a:t>
            </a:r>
          </a:p>
          <a:p>
            <a:pPr/>
            <a:r>
              <a:t>Item 1</a:t>
            </a:r>
          </a:p>
          <a:p>
            <a:pPr/>
            <a:r>
              <a:t>Item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Item 0</a:t>
            </a:r>
          </a:p>
          <a:p>
            <a:pPr/>
            <a:r>
              <a:t>Item 1</a:t>
            </a:r>
          </a:p>
          <a:p>
            <a:pPr/>
            <a:r>
              <a:t>Item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Item 0</a:t>
            </a:r>
          </a:p>
          <a:p>
            <a:pPr/>
            <a:r>
              <a:t>Item 1</a:t>
            </a:r>
          </a:p>
          <a:p>
            <a:pPr/>
            <a:r>
              <a:t>Item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Item 2</a:t>
            </a:r>
          </a:p>
          <a:p>
            <a:pPr>
              <a:defRPr sz="1200"/>
            </a:pPr>
            <a:r>
              <a:t>Item 0</a:t>
            </a:r>
          </a:p>
          <a:p>
            <a:pPr>
              <a:defRPr sz="1200"/>
            </a:pPr>
            <a:r>
              <a:t>Item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