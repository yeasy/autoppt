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C896"/>
                </a:solidFill>
                <a:latin typeface="Consolas"/>
              </a:rPr>
              <a:t>Overview of Current Topic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C8C8C8"/>
                </a:solidFill>
                <a:latin typeface="Consolas"/>
              </a:rPr>
              <a:t>Topic: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C896"/>
                </a:solidFill>
                <a:latin typeface="Consolas"/>
              </a:rPr>
              <a:t>Fundamentals of Current Topic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C896"/>
                </a:solidFill>
                <a:latin typeface="Consolas"/>
              </a:rPr>
              <a:t>Overview of topik test - the complete guide | topik guide - the complete guide to topik test (https://www.topikguide.com/topik-overview/)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rPr>
                <a:solidFill>
                  <a:srgbClr val="C8C8C8"/>
                </a:solidFill>
                <a:latin typeface="Consolas"/>
              </a:rPr>
              <a:t>Key innovation and strategic importance of topik test - the complete guide | topik guide - the complete guide to topik test (https://www.topikguide.com/topik-overview/)</a:t>
            </a:r>
          </a:p>
          <a:p>
            <a:pPr/>
            <a:r>
              <a:rPr>
                <a:solidFill>
                  <a:srgbClr val="C8C8C8"/>
                </a:solidFill>
                <a:latin typeface="Consolas"/>
              </a:rPr>
              <a:t>Global impact and future trends in topik test - the complete guide | topik guide - the complete guide to topik test (https://www.topikguide.com/topik-overview/)</a:t>
            </a:r>
          </a:p>
          <a:p>
            <a:pPr/>
            <a:r>
              <a:rPr>
                <a:solidFill>
                  <a:srgbClr val="C8C8C8"/>
                </a:solidFill>
                <a:latin typeface="Consolas"/>
              </a:rPr>
              <a:t>Practical applications and case studies of topik test - the complete guide | topik guide - the complete guide to topik test (https://www.topikguide.com/topik-overview/)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C896"/>
                </a:solidFill>
                <a:latin typeface="Consolas"/>
              </a:rPr>
              <a:t>Overview of questionable or potentially fraudulent or dangerous claims and practices, efforts to define the nature of science, or humorous parodies of poor scientific reasoning.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rPr>
                <a:solidFill>
                  <a:srgbClr val="C8C8C8"/>
                </a:solidFill>
                <a:latin typeface="Consolas"/>
              </a:rPr>
              <a:t>Key innovation and strategic importance of questionable or potentially fraudulent or dangerous claims and practices, efforts to define the nature of science, or humorous parodies of poor scientific reasoning.</a:t>
            </a:r>
          </a:p>
          <a:p>
            <a:pPr/>
            <a:r>
              <a:rPr>
                <a:solidFill>
                  <a:srgbClr val="C8C8C8"/>
                </a:solidFill>
                <a:latin typeface="Consolas"/>
              </a:rPr>
              <a:t>Global impact and future trends in questionable or potentially fraudulent or dangerous claims and practices, efforts to define the nature of science, or humorous parodies of poor scientific reasoning.</a:t>
            </a:r>
          </a:p>
          <a:p>
            <a:pPr/>
            <a:r>
              <a:rPr>
                <a:solidFill>
                  <a:srgbClr val="C8C8C8"/>
                </a:solidFill>
                <a:latin typeface="Consolas"/>
              </a:rPr>
              <a:t>Practical applications and case studies of questionable or potentially fraudulent or dangerous claims and practices, efforts to define the nature of science, or humorous parodies of poor scientific reasoning.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C896"/>
                </a:solidFill>
                <a:latin typeface="Consolas"/>
              </a:rPr>
              <a:t>Advanced Applications: Current Topic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C896"/>
                </a:solidFill>
                <a:latin typeface="Consolas"/>
              </a:rPr>
              <a:t>Overview of questionable or potentially fraudulent or dangerous claims and practices, efforts to define the nature of science, or humorous parodies of poor scientific reasoning.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rPr>
                <a:solidFill>
                  <a:srgbClr val="C8C8C8"/>
                </a:solidFill>
                <a:latin typeface="Consolas"/>
              </a:rPr>
              <a:t>Key innovation and strategic importance of questionable or potentially fraudulent or dangerous claims and practices, efforts to define the nature of science, or humorous parodies of poor scientific reasoning.</a:t>
            </a:r>
          </a:p>
          <a:p>
            <a:pPr/>
            <a:r>
              <a:rPr>
                <a:solidFill>
                  <a:srgbClr val="C8C8C8"/>
                </a:solidFill>
                <a:latin typeface="Consolas"/>
              </a:rPr>
              <a:t>Global impact and future trends in questionable or potentially fraudulent or dangerous claims and practices, efforts to define the nature of science, or humorous parodies of poor scientific reasoning.</a:t>
            </a:r>
          </a:p>
          <a:p>
            <a:pPr/>
            <a:r>
              <a:rPr>
                <a:solidFill>
                  <a:srgbClr val="C8C8C8"/>
                </a:solidFill>
                <a:latin typeface="Consolas"/>
              </a:rPr>
              <a:t>Practical applications and case studies of questionable or potentially fraudulent or dangerous claims and practices, efforts to define the nature of science, or humorous parodies of poor scientific reasoning.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C896"/>
                </a:solidFill>
                <a:latin typeface="Consolas"/>
              </a:rPr>
              <a:t>Overview of Current 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rPr>
                <a:solidFill>
                  <a:srgbClr val="C8C8C8"/>
                </a:solidFill>
                <a:latin typeface="Consolas"/>
              </a:rPr>
              <a:t>Key innovation and strategic importance of Current Topic</a:t>
            </a:r>
          </a:p>
          <a:p>
            <a:pPr/>
            <a:r>
              <a:rPr>
                <a:solidFill>
                  <a:srgbClr val="C8C8C8"/>
                </a:solidFill>
                <a:latin typeface="Consolas"/>
              </a:rPr>
              <a:t>Global impact and future trends in Current Topic</a:t>
            </a:r>
          </a:p>
          <a:p>
            <a:pPr/>
            <a:r>
              <a:rPr>
                <a:solidFill>
                  <a:srgbClr val="C8C8C8"/>
                </a:solidFill>
                <a:latin typeface="Consolas"/>
              </a:rPr>
              <a:t>Practical applications and case studies of Current Topic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C896"/>
                </a:solidFill>
                <a:latin typeface="Consolas"/>
              </a:rPr>
              <a:t>The Future of Current Topic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C896"/>
                </a:solidFill>
                <a:latin typeface="Consolas"/>
              </a:rPr>
              <a:t>Overview of upcoming events, trends, and plans . it includes 10 research-backed questions you can customize to fit your audience, then edit online in minutes-no coding required.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rPr>
                <a:solidFill>
                  <a:srgbClr val="C8C8C8"/>
                </a:solidFill>
                <a:latin typeface="Consolas"/>
              </a:rPr>
              <a:t>Key innovation and strategic importance of upcoming events, trends, and plans . it includes 10 research-backed questions you can customize to fit your audience, then edit online in minutes-no coding required.</a:t>
            </a:r>
          </a:p>
          <a:p>
            <a:pPr/>
            <a:r>
              <a:rPr>
                <a:solidFill>
                  <a:srgbClr val="C8C8C8"/>
                </a:solidFill>
                <a:latin typeface="Consolas"/>
              </a:rPr>
              <a:t>Global impact and future trends in upcoming events, trends, and plans . it includes 10 research-backed questions you can customize to fit your audience, then edit online in minutes-no coding required.</a:t>
            </a:r>
          </a:p>
          <a:p>
            <a:pPr/>
            <a:r>
              <a:rPr>
                <a:solidFill>
                  <a:srgbClr val="C8C8C8"/>
                </a:solidFill>
                <a:latin typeface="Consolas"/>
              </a:rPr>
              <a:t>Practical applications and case studies of upcoming events, trends, and plans . it includes 10 research-backed questions you can customize to fit your audience, then edit online in minutes-no coding required.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C896"/>
                </a:solidFill>
                <a:latin typeface="Consolas"/>
              </a:rPr>
              <a:t>Overview of your infrastructure and future tech investments. it can show today’s solutions, tools, and processes alongside those planned for the future . using a ready-made technology roadmap template saves hours of manual work.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rPr>
                <a:solidFill>
                  <a:srgbClr val="C8C8C8"/>
                </a:solidFill>
                <a:latin typeface="Consolas"/>
              </a:rPr>
              <a:t>Key innovation and strategic importance of your infrastructure and future tech investments. it can show today’s solutions, tools, and processes alongside those planned for the future . using a ready-made technology roadmap template saves hours of manual work.</a:t>
            </a:r>
          </a:p>
          <a:p>
            <a:pPr/>
            <a:r>
              <a:rPr>
                <a:solidFill>
                  <a:srgbClr val="C8C8C8"/>
                </a:solidFill>
                <a:latin typeface="Consolas"/>
              </a:rPr>
              <a:t>Global impact and future trends in your infrastructure and future tech investments. it can show today’s solutions, tools, and processes alongside those planned for the future . using a ready-made technology roadmap template saves hours of manual work.</a:t>
            </a:r>
          </a:p>
          <a:p>
            <a:pPr/>
            <a:r>
              <a:rPr>
                <a:solidFill>
                  <a:srgbClr val="C8C8C8"/>
                </a:solidFill>
                <a:latin typeface="Consolas"/>
              </a:rPr>
              <a:t>Practical applications and case studies of your infrastructure and future tech investments. it can show today’s solutions, tools, and processes alongside those planned for the future . using a ready-made technology roadmap template saves hours of manual work.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C896"/>
                </a:solidFill>
                <a:latin typeface="Consolas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/>
            </a:pPr>
            <a:r>
              <a:rPr>
                <a:solidFill>
                  <a:srgbClr val="C8C8C8"/>
                </a:solidFill>
                <a:latin typeface="Consolas"/>
              </a:rPr>
              <a:t>Key innovation and strategic importance of Current Topic</a:t>
            </a:r>
          </a:p>
          <a:p>
            <a:pPr>
              <a:defRPr sz="1200"/>
            </a:pPr>
            <a:r>
              <a:rPr>
                <a:solidFill>
                  <a:srgbClr val="C8C8C8"/>
                </a:solidFill>
                <a:latin typeface="Consolas"/>
              </a:rPr>
              <a:t>Practical applications and case studies of your infrastructure and future tech investments. it can show today’s solutions, tools, and processes alongside those planned for the future . using a ready-made technology roadmap template saves hours of manual work.</a:t>
            </a:r>
          </a:p>
          <a:p>
            <a:pPr>
              <a:defRPr sz="1200"/>
            </a:pPr>
            <a:r>
              <a:rPr>
                <a:solidFill>
                  <a:srgbClr val="C8C8C8"/>
                </a:solidFill>
                <a:latin typeface="Consolas"/>
              </a:rPr>
              <a:t>Global impact and future trends in questionable or potentially fraudulent or dangerous claims and practices, efforts to define the nature of science, or humorous parodies of poor scientific reasoning.</a:t>
            </a:r>
          </a:p>
          <a:p>
            <a:pPr>
              <a:defRPr sz="1200"/>
            </a:pPr>
            <a:r>
              <a:rPr>
                <a:solidFill>
                  <a:srgbClr val="C8C8C8"/>
                </a:solidFill>
                <a:latin typeface="Consolas"/>
              </a:rPr>
              <a:t>Global impact and future trends in your infrastructure and future tech investments. it can show today’s solutions, tools, and processes alongside those planned for the future . using a ready-made technology roadmap template saves hours of manual work.</a:t>
            </a:r>
          </a:p>
          <a:p>
            <a:pPr>
              <a:defRPr sz="1200"/>
            </a:pPr>
            <a:r>
              <a:rPr>
                <a:solidFill>
                  <a:srgbClr val="C8C8C8"/>
                </a:solidFill>
                <a:latin typeface="Consolas"/>
              </a:rPr>
              <a:t>Practical applications and case studies of questionable or potentially fraudulent or dangerous claims and practices, efforts to define the nature of science, or humorous parodies of poor scientific reasoning.</a:t>
            </a:r>
          </a:p>
          <a:p>
            <a:pPr>
              <a:defRPr sz="1200"/>
            </a:pPr>
            <a:r>
              <a:rPr>
                <a:solidFill>
                  <a:srgbClr val="C8C8C8"/>
                </a:solidFill>
                <a:latin typeface="Consolas"/>
              </a:rPr>
              <a:t>Practical applications and case studies of topik test - the complete guide | topik guide - the complete guide to topik test (https://www.topikguide.com/topik-overview/)</a:t>
            </a:r>
          </a:p>
          <a:p>
            <a:pPr>
              <a:defRPr sz="1200"/>
            </a:pPr>
            <a:r>
              <a:rPr>
                <a:solidFill>
                  <a:srgbClr val="C8C8C8"/>
                </a:solidFill>
                <a:latin typeface="Consolas"/>
              </a:rPr>
              <a:t>Key innovation and strategic importance of questionable or potentially fraudulent or dangerous claims and practices, efforts to define the nature of science, or humorous parodies of poor scientific reasoning.</a:t>
            </a:r>
          </a:p>
          <a:p>
            <a:pPr>
              <a:defRPr sz="1200"/>
            </a:pPr>
            <a:r>
              <a:rPr>
                <a:solidFill>
                  <a:srgbClr val="C8C8C8"/>
                </a:solidFill>
                <a:latin typeface="Consolas"/>
              </a:rPr>
              <a:t>Key innovation and strategic importance of upcoming events, trends, and plans . it includes 10 research-backed questions you can customize to fit your audience, then edit online in minutes-no coding required.</a:t>
            </a:r>
          </a:p>
          <a:p>
            <a:pPr>
              <a:defRPr sz="1200"/>
            </a:pPr>
            <a:r>
              <a:rPr>
                <a:solidFill>
                  <a:srgbClr val="C8C8C8"/>
                </a:solidFill>
                <a:latin typeface="Consolas"/>
              </a:rPr>
              <a:t>Key innovation and strategic importance of your infrastructure and future tech investments. it can show today’s solutions, tools, and processes alongside those planned for the future . using a ready-made technology roadmap template saves hours of manual work.</a:t>
            </a:r>
          </a:p>
          <a:p>
            <a:pPr>
              <a:defRPr sz="1200"/>
            </a:pPr>
            <a:r>
              <a:rPr>
                <a:solidFill>
                  <a:srgbClr val="C8C8C8"/>
                </a:solidFill>
                <a:latin typeface="Consolas"/>
              </a:rPr>
              <a:t>Practical applications and case studies of upcoming events, trends, and plans . it includes 10 research-backed questions you can customize to fit your audience, then edit online in minutes-no coding required.</a:t>
            </a:r>
          </a:p>
          <a:p>
            <a:pPr>
              <a:defRPr sz="1200"/>
            </a:pPr>
            <a:r>
              <a:rPr>
                <a:solidFill>
                  <a:srgbClr val="C8C8C8"/>
                </a:solidFill>
                <a:latin typeface="Consolas"/>
              </a:rPr>
              <a:t>Practical applications and case studies of Current Topic</a:t>
            </a:r>
          </a:p>
          <a:p>
            <a:pPr>
              <a:defRPr sz="1200"/>
            </a:pPr>
            <a:r>
              <a:rPr>
                <a:solidFill>
                  <a:srgbClr val="C8C8C8"/>
                </a:solidFill>
                <a:latin typeface="Consolas"/>
              </a:rPr>
              <a:t>Global impact and future trends in topik test - the complete guide | topik guide - the complete guide to topik test (https://www.topikguide.com/topik-overview/)</a:t>
            </a:r>
          </a:p>
          <a:p>
            <a:pPr>
              <a:defRPr sz="1200"/>
            </a:pPr>
            <a:r>
              <a:rPr>
                <a:solidFill>
                  <a:srgbClr val="C8C8C8"/>
                </a:solidFill>
                <a:latin typeface="Consolas"/>
              </a:rPr>
              <a:t>Key innovation and strategic importance of topik test - the complete guide | topik guide - the complete guide to topik test (https://www.topikguide.com/topik-overview/)</a:t>
            </a:r>
          </a:p>
          <a:p>
            <a:pPr>
              <a:defRPr sz="1200"/>
            </a:pPr>
            <a:r>
              <a:rPr>
                <a:solidFill>
                  <a:srgbClr val="C8C8C8"/>
                </a:solidFill>
                <a:latin typeface="Consolas"/>
              </a:rPr>
              <a:t>Global impact and future trends in Current Topic</a:t>
            </a:r>
          </a:p>
          <a:p>
            <a:pPr>
              <a:defRPr sz="1200"/>
            </a:pPr>
            <a:r>
              <a:rPr>
                <a:solidFill>
                  <a:srgbClr val="C8C8C8"/>
                </a:solidFill>
                <a:latin typeface="Consolas"/>
              </a:rPr>
              <a:t>Global impact and future trends in upcoming events, trends, and plans . it includes 10 research-backed questions you can customize to fit your audience, then edit online in minutes-no coding required.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